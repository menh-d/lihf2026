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504895" cy="6858000"/>
          </a:xfrm>
          <a:prstGeom prst="rtTriangle">
            <a:avLst/>
          </a:prstGeom>
          <a:solidFill>
            <a:srgbClr val="A0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OFFICIAL SPONSORSHIP &amp; PARTNERSHIP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LAO INTERNATIONAL</a:t>
            </a:r>
            <a:br/>
            <a:r>
              <a:t>HIPHOP FESTIVAL 2026</a:t>
            </a:r>
          </a:p>
          <a:p>
            <a:pPr>
              <a:spcBef>
                <a:spcPts val="1200"/>
              </a:spcBef>
              <a:defRPr sz="1800">
                <a:solidFill>
                  <a:srgbClr val="FFC107"/>
                </a:solidFill>
              </a:defRPr>
            </a:pPr>
            <a:r>
              <a:t>One Culture • One Movement • One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97680"/>
            <a:ext cx="7772400" cy="164592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7406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📅 Date: 13–15 November 2026</a:t>
            </a:r>
          </a:p>
          <a:p>
            <a:pPr>
              <a:spcBef>
                <a:spcPts val="400"/>
              </a:spcBef>
              <a:defRPr sz="1400">
                <a:solidFill>
                  <a:srgbClr val="AAAAB4"/>
                </a:solidFill>
              </a:defRPr>
            </a:pPr>
            <a:r>
              <a:t>📍 Venue: Lao-ITECC Exhibition Hall, Vientiane, Laos</a:t>
            </a:r>
          </a:p>
          <a:p>
            <a:pPr>
              <a:spcBef>
                <a:spcPts val="400"/>
              </a:spcBef>
              <a:defRPr sz="1400" b="1">
                <a:solidFill>
                  <a:srgbClr val="E50914"/>
                </a:solidFill>
              </a:defRPr>
            </a:pPr>
            <a:r>
              <a:t>⚡ Presented by: Fanglao Studio (9 Years of Cultural Leadership)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The Premier Urban Youth Movement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🏛️ 9-Year Heritage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Evolving from the original Lao HipHop Festival founded in 2017.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The undisputed pioneer of urban dance, music, and youth street culture in Laos.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Trusted by thousands of young creators, local communities, and international partners.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🚀 Regional Powerhouse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Scaling to an international landmark at Lao-ITECC Exhibition Hall.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Connecting 500+ top athletes, artists, and judges from 10+ countries.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A massive 2-day festival featuring 7 premier competition categories and headline concerts.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🎯 Core Objectives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Youth Empowerment: Provide safe, creative leadership platforms for the next generation.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Creative Economy: Fuel local SMEs, fashion creators, and street food vendors.</a:t>
            </a:r>
          </a:p>
          <a:p>
            <a:pPr>
              <a:spcBef>
                <a:spcPts val="1000"/>
              </a:spcBef>
              <a:defRPr sz="1300">
                <a:solidFill>
                  <a:srgbClr val="AAAAB4"/>
                </a:solidFill>
              </a:defRPr>
            </a:pPr>
            <a:r>
              <a:t>• Destination Laos: Establish Vientiane as a premier HipHop &amp; creative tourism 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Market Opportunity: Engaging the Dynamic Gen Z &amp; Millennial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🔥 Cultural Trend Leadership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HipHop and street culture now dictate global fashion, music, digital memes, and lifestyle trends. Aligning with LIHF instantly positions your brand as dynamic, culturally relevant, and youthful.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📱 Unrivaled Social Engagement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Gen Z consumes short-form video passionately. LIHF creates viral content across TikTok, Reels, and YouTube Shorts, guaranteeing authentic brand impressions and high organic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💡 Moving Beyond Passive Ads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Modern youth reject traditional intrusive ads. They reward brands that authentically support their passions, sponsor their heroes, and create memorable on-ground experiences.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🌐 Regional Cultural Gateway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Laos serves as a vital cultural bridge connecting Thailand, Vietnam, Cambodia, China, and ASEAN. LIHF delivers cross-border brand exposure reaching international travelers and viewers.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Impact: Guaranteed Event Scale &amp; 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0914"/>
                </a:solidFill>
              </a:defRPr>
            </a:pPr>
            <a:r>
              <a:t>5,000+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ONSITE ATTENDEES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Passionate Gen Z, athletes, families &amp; tourists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t>10M+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DIGITAL IMPRESSIONS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Multi-platform reach across TikTok, FB, IG &amp; YT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5448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500+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TALENTS &amp; ATHLETES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Competitors from 10+ participating 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50–70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MARKETPLACE BOOTHS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Curated street food &amp; fashion lifestyle vendors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3192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069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t>159M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LAK PRIZE POOL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Rewarding excellence across 6 battle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931920"/>
            <a:ext cx="3383280" cy="214884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069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0914"/>
                </a:solidFill>
              </a:defRPr>
            </a:pPr>
            <a:r>
              <a:t>10,000+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PRODUCT SAMPLES</a:t>
            </a:r>
          </a:p>
          <a:p>
            <a:pPr>
              <a:spcBef>
                <a:spcPts val="400"/>
              </a:spcBef>
              <a:defRPr sz="1100">
                <a:solidFill>
                  <a:srgbClr val="AAAAB4"/>
                </a:solidFill>
              </a:defRPr>
            </a:pPr>
            <a:r>
              <a:t>Direct consumer trial &amp; brand engagement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 Audience: High-Value, Trendsetting Consumer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50% OF AUDIENCE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Young Adults (19–35)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Core profile: Working professionals, university students, urban trendsetters.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High disposable income for lifestyle, tech, fashion, food &amp; beverage.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Key influencers within peer groups; early adopters of digital payment and telecom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35% OF AUDIENCE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Youth &amp; Teens (13–18)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Core profile: High school students, emerging dancers, gamers, content creators.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Extremely high digital fluency and social media viral sharing behavior.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Long-term brand loyalty potential through authentic early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15% OF AUDIENCE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Industry &amp; Adults (36–45+)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Core profile: Creative agency directors, business owners, parents, media guests.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Premium purchasing power for VIP hospitality, premium goods, and travel.</a:t>
            </a:r>
          </a:p>
          <a:p>
            <a:pPr>
              <a:spcBef>
                <a:spcPts val="1200"/>
              </a:spcBef>
              <a:defRPr sz="1200">
                <a:solidFill>
                  <a:srgbClr val="AAAAB4"/>
                </a:solidFill>
              </a:defRPr>
            </a:pPr>
            <a:r>
              <a:t>• Appreciators of cultural diplomacy, arts development, and corporate CSR.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7 Flagship Event Pillars: World-Class Battles &amp; Showcases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1. Breaking Battle 2v2  |  32M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Open International — Olympic-caliber B-Boy &amp; B-Girl showcase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98064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2. Open Style Battle 2v2  |  27M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Open International — HipHop, Popping, Locking, Krump, Waacking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95344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3. Crew Competition  |  56M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5–8 Members Open — Synchronized high-impact choreography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65776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4. DJ Open Format Showdown  |  17M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Open International — Turntablism, live scratching &amp; crowd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27632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5. Graffiti Art Competition  |  15M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Open International — 'HipHop Beyond Borders' live mural canvas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24912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98064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6. Rap 7 To Smoke  |  7M LAK Pool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Lao National Only — High-octane cypher crowning the best Lao MC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95344"/>
            <a:ext cx="5212080" cy="1051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68496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7. Headline HipHop Concert  |  3,000+ Crowd</a:t>
            </a:r>
          </a:p>
          <a:p>
            <a:pPr>
              <a:spcBef>
                <a:spcPts val="200"/>
              </a:spcBef>
              <a:defRPr sz="1050">
                <a:solidFill>
                  <a:srgbClr val="AAAAB4"/>
                </a:solidFill>
              </a:defRPr>
            </a:pPr>
            <a:r>
              <a:t>Format: 2-Night Finale — Top Lao headliners, regional &amp; international guests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Festival Experience: Lao-ITECC Multi-Zone Spatial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🎤 Main Arena &amp; Battle Stage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State-of-the-art sound, lighting, and giant LED displays hosting the international dance battles, rap cyphers, and nightly concert showcases.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🏘️ Sponsor Experiential Village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Prime high-traffic exhibition area at the entrance hall for branded immersive activations, sampling kiosks, interactive games, and photo-ops.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🍜 Street Food &amp; Beverage Zone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50+ curated local and regional street food vendors offering diverse culinary delights to keep audiences energized on-site all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👟 Fashion &amp; Lifestyle Market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Streetwear apparel, sneaker swaps, custom accessories, and independent creative goods connecting urban consumers with brands.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🎨 Live Graffiti Art Exhibition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Giant open canvas walls featuring live spray art creation by international muralists — an instant viral photo background.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846320"/>
            <a:ext cx="5212080" cy="15087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🎧 VIP Lounge &amp; Media Center</a:t>
            </a:r>
          </a:p>
          <a:p>
            <a:pPr>
              <a:spcBef>
                <a:spcPts val="300"/>
              </a:spcBef>
              <a:defRPr sz="1100">
                <a:solidFill>
                  <a:srgbClr val="AAAAB4"/>
                </a:solidFill>
              </a:defRPr>
            </a:pPr>
            <a:r>
              <a:t>Exclusive air-conditioned networking hub for corporate sponsors, VIP executives, international judges, and press interviews.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Digital Strategy: 3-Phase Omnichannel Campaign for Sponsor Amplification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PHASE 1: PRE-EVENT HYPE</a:t>
            </a:r>
          </a:p>
          <a:p>
            <a:pPr>
              <a:spcBef>
                <a:spcPts val="200"/>
              </a:spcBef>
              <a:defRPr sz="1100">
                <a:solidFill>
                  <a:srgbClr val="787882"/>
                </a:solidFill>
              </a:defRPr>
            </a:pPr>
            <a:r>
              <a:t>Awareness &amp; Lead Gen (Weeks 1–8)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TikTok &amp; Reels Challenge (#MoveWith[Brand]): Viral dance &amp; freestyle challenge with branded soundbite.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Branded AR / TikTok Filter: Interactive 'What's Your HipHop Style?' camera filter with sponsor branding.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Digital Street Pass Registration: Pre-event ticket signup generating customer leads and distributing sponsor e-coupons.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PHASE 2: LIVE EVENT</a:t>
            </a:r>
          </a:p>
          <a:p>
            <a:pPr>
              <a:spcBef>
                <a:spcPts val="200"/>
              </a:spcBef>
              <a:defRPr sz="1100">
                <a:solidFill>
                  <a:srgbClr val="787882"/>
                </a:solidFill>
              </a:defRPr>
            </a:pPr>
            <a:r>
              <a:t>Real-Time Viral Action (Days 1–2)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Interactive Livestreaming: Full broadcast on TikTok &amp; FB with floating sponsor banners &amp; CTA links.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Online Fan-Favorite Voting: Real-time digital voting for best dancers powered by Sponsor portal.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Onsite-to-Online Photo Quests: Attendees post booth selfies with co-branded hashtags to win instant prizes.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3: SUSTAINED ROI</a:t>
            </a:r>
          </a:p>
          <a:p>
            <a:pPr>
              <a:spcBef>
                <a:spcPts val="200"/>
              </a:spcBef>
              <a:defRPr sz="1100">
                <a:solidFill>
                  <a:srgbClr val="787882"/>
                </a:solidFill>
              </a:defRPr>
            </a:pPr>
            <a:r>
              <a:t>Recap &amp; Conversion (Post-Event)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Official 4K Aftermovie: High-production recap documentary featuring prominent sponsor integration.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Targeted E-Coupon Remarketing: Follow-up promotional offers delivered to registered attendees.</a:t>
            </a:r>
          </a:p>
          <a:p>
            <a:pPr>
              <a:spcBef>
                <a:spcPts val="1000"/>
              </a:spcBef>
              <a:defRPr sz="1150">
                <a:solidFill>
                  <a:srgbClr val="AAAAB4"/>
                </a:solidFill>
              </a:defRPr>
            </a:pPr>
            <a:r>
              <a:t>• Comprehensive Sponsor Analytics: Detailed reporting on digital impressions, footfall, and media 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Creative Attendee Tracking: Accurate Data, High Engagement &amp; Sponsor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1. Smart NFC Wristbands (Tap-to-Vote)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Every attendee receives a branded festival fabric wristband with embedded NFC/QR chip. Used for frictionless entry scanning and tapping at sponsor kiosks to vote for their favorite dance crew.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2. 'Drop Your Tag' Community Canvas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Attendees receive a branded physical token/sticker at entry representing their element (Dancer, MC, DJ, Fan) and place it on a giant Sponsor-branded Wall, creating a viral photo landmark while tracking totals.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3. Digital Street Pass &amp; Stamp Rally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Gamified Web-App check-in: visitors scan QR codes at 5 sponsor booths to complete a 'Street Quest' and unlock the grand Lucky Draw, ensuring 100% verified demographic data and booth foot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4. AI Overhead Vision &amp; Footfall Heatmaps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Smart optical AI sensors placed at key hall arches measure precise real-time footfall and dwell time per zone, delivering transparent, verifiable crowd analytics for sponsor post-event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Partner With Us? The 5 Pillars of Brand Return on Investment (ROI)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1. Direct Gen Z Access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Unfiltered connection with 5,000+ onsite urban youth and 10M+ online trendsetters.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2. Experiential Activations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Transform passive spectators into brand advocates through interactive booth experiences and trials.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3. Category Exclusivity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Lock out competitors with exclusive industry partner rights (Banking, Telco, Beverage, etc.).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4. Social CSR &amp; Impact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Champion positive youth development, mental health, creative arts, and anti-drug initiatives.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2336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5. High-Volume UGC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Generate hundreds of organic videos, photos, and social stories showcasing your brand naturally.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29184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1605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6. Regional Visibility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Cross-border exposure reaching tourists and digital audiences across Thailand, Vietnam, and ASEAN.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Sponsorship Packages: Tiered Investment &amp; Strategic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🏆 TITLE SPONSOR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500,000,000 LAK</a:t>
            </a:r>
          </a:p>
          <a:p>
            <a:pPr>
              <a:defRPr sz="1000">
                <a:solidFill>
                  <a:srgbClr val="787882"/>
                </a:solidFill>
              </a:defRPr>
            </a:pPr>
            <a:r>
              <a:t>1 Exclusive Partner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Naming Rights: 'LIHF 2026 Presented by [Brand]'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100 sq.m Mega Experiential Booth at Entrance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Category Exclusivity (Zero competitor presence)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Top Billing across all 10M+ Digital &amp; OOH Media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Opening &amp; Closing Main Stage Keynote &amp; Awards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20 VIP All-Access Passes + VIP Concert Lounge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6032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🥇 GOLD SPONSOR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250,000,000 LAK</a:t>
            </a:r>
          </a:p>
          <a:p>
            <a:pPr>
              <a:defRPr sz="1000">
                <a:solidFill>
                  <a:srgbClr val="787882"/>
                </a:solidFill>
              </a:defRPr>
            </a:pPr>
            <a:r>
              <a:t>Max 2 Partners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Stage/Arena Naming Rights (e.g. '[Brand] Arena')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50 sq.m Premium Experiential Booth Space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Category Exclusivity within business domain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Prominent Logo on all Official Collateral &amp; LED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Major Battle Category Award Presenter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10 VIP All-Access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56032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🥈 SILVER SPONSOR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100,000,000 LAK</a:t>
            </a:r>
          </a:p>
          <a:p>
            <a:pPr>
              <a:defRPr sz="1000">
                <a:solidFill>
                  <a:srgbClr val="787882"/>
                </a:solidFill>
              </a:defRPr>
            </a:pPr>
            <a:r>
              <a:t>Max 4 Partners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Official Competition Partner (e.g. DJ or Graffiti)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25 sq.m Exhibition &amp; Retail Booth Space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Dedicated Social Media Campaign Features (3x)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Logo on Main Stage LED Screens &amp; Backdrops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Category Award Co-Presenter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5 VIP Passes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6032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87882"/>
                </a:solidFill>
              </a:defRPr>
            </a:pPr>
            <a:r>
              <a:t>🥉 BRONZE SPONSOR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50,000,000 LAK</a:t>
            </a:r>
          </a:p>
          <a:p>
            <a:pPr>
              <a:defRPr sz="1000">
                <a:solidFill>
                  <a:srgbClr val="787882"/>
                </a:solidFill>
              </a:defRPr>
            </a:pPr>
            <a:r>
              <a:t>Open Availability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Supporting Event Partner Recognition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12 sq.m Standard Exhibition Booth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Logo in Sponsor Group Screen Loop &amp; Backdrop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1 Dedicated Social Media Announcement Post</a:t>
            </a:r>
          </a:p>
          <a:p>
            <a:pPr>
              <a:spcBef>
                <a:spcPts val="500"/>
              </a:spcBef>
              <a:defRPr sz="1000">
                <a:solidFill>
                  <a:srgbClr val="AAAAB4"/>
                </a:solidFill>
              </a:defRPr>
            </a:pPr>
            <a:r>
              <a:t>• 2 VIP Passes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Specialized Category Packages: Tailored Opportunities for Industry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💳 Official Fintech &amp; Cashless Partner (Banks / E-Wallets)</a:t>
            </a:r>
          </a:p>
          <a:p>
            <a:pPr>
              <a:spcBef>
                <a:spcPts val="600"/>
              </a:spcBef>
              <a:defRPr sz="1150">
                <a:solidFill>
                  <a:srgbClr val="AAAAB4"/>
                </a:solidFill>
              </a:defRPr>
            </a:pPr>
            <a:r>
              <a:t>Exclusive cashless ecosystem: all 50–70 food &amp; market vendors accept transactions exclusively via your App/QR. Co-branded 'Scan &amp; Save 10%' campaign driving thousands of app downloads and new user activations on-site.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📶 Official Telecom &amp; 5G Partner (Mobile Carriers)</a:t>
            </a:r>
          </a:p>
          <a:p>
            <a:pPr>
              <a:spcBef>
                <a:spcPts val="600"/>
              </a:spcBef>
              <a:defRPr sz="1150">
                <a:solidFill>
                  <a:srgbClr val="AAAAB4"/>
                </a:solidFill>
              </a:defRPr>
            </a:pPr>
            <a:r>
              <a:t>Exclusive provider of High-Speed Event Wi-Fi with branded login splash page. Dedicated 5G Live-Stream broadcast branding. Onsite tourist SIM/eSIM sales booth targeting international competitors.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⚡ Official Energy &amp; Beverage Partner (Beverages / Energy Drinks)</a:t>
            </a:r>
          </a:p>
          <a:p>
            <a:pPr>
              <a:spcBef>
                <a:spcPts val="600"/>
              </a:spcBef>
              <a:defRPr sz="1150">
                <a:solidFill>
                  <a:srgbClr val="AAAAB4"/>
                </a:solidFill>
              </a:defRPr>
            </a:pPr>
            <a:r>
              <a:t>100% Exclusive Pouring Rights across all bars and festival grounds. Naming rights to the 'Hydration &amp; Energy Bar Lounge'. Direct sampling of 10,000+ cans directly to high-energy athletes and fans.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👟 Official Streetwear &amp; Lifestyle Partner (Fashion / Apparel)</a:t>
            </a:r>
          </a:p>
          <a:p>
            <a:pPr>
              <a:spcBef>
                <a:spcPts val="600"/>
              </a:spcBef>
              <a:defRPr sz="1150">
                <a:solidFill>
                  <a:srgbClr val="AAAAB4"/>
                </a:solidFill>
              </a:defRPr>
            </a:pPr>
            <a:r>
              <a:t>Official apparel supplier: co-branded staff, judge, and crew uniforms. Host of the 'LIHF Streetwear Fashion Showcase' and exclusive pop-up merchandise retail zone.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Sponsorship Deliverables Matrix: Cross-Tier Benefits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Entitlements / Deliverables</a:t>
                      </a:r>
                    </a:p>
                  </a:txBody>
                  <a:tcPr>
                    <a:solidFill>
                      <a:srgbClr val="A00A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Title (500M)</a:t>
                      </a:r>
                    </a:p>
                  </a:txBody>
                  <a:tcPr>
                    <a:solidFill>
                      <a:srgbClr val="A00A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Gold (250M)</a:t>
                      </a:r>
                    </a:p>
                  </a:txBody>
                  <a:tcPr>
                    <a:solidFill>
                      <a:srgbClr val="A00A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Silver (100M)</a:t>
                      </a:r>
                    </a:p>
                  </a:txBody>
                  <a:tcPr>
                    <a:solidFill>
                      <a:srgbClr val="A00A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Bronze (50M)</a:t>
                      </a:r>
                    </a:p>
                  </a:txBody>
                  <a:tcPr>
                    <a:solidFill>
                      <a:srgbClr val="A00A1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Naming Rights &amp; Branding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Co-Naming / Dominant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Stage / Arena Title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Category Partner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Supporting Partner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Category Exclusivity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Full Exclusive (100%)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Category Exclusive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Booth / Activation Space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100 sq.m (VIP Spot)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50 sq.m (Prime)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25 sq.m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12 sq.m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Stage Speaking &amp; Awards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Keynote &amp; Grand Awards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Category Awards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Category Awards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LED Screen Ad Frequency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Every 20 Mins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Every 45 Mins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Hourly Loop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Group Loop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Dedicated Social Posts / UGC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12+ Posts &amp; Challenge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6 Posts &amp; Reels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3 Posts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1 Post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Live Stream Logo &amp; MC Plugs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Permanent Overlay + MC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Rotating + MC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Rotating Banner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AAAB4"/>
                          </a:solidFill>
                        </a:defRPr>
                      </a:pPr>
                      <a:r>
                        <a:t>VIP All-Access Passes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50914"/>
                          </a:solidFill>
                        </a:defRPr>
                      </a:pPr>
                      <a:r>
                        <a:t>20 Passes + Lounge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10 Passes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5 Passes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AAB4"/>
                          </a:solidFill>
                        </a:defRPr>
                      </a:pPr>
                      <a:r>
                        <a:t>2 Passes</a:t>
                      </a:r>
                    </a:p>
                  </a:txBody>
                  <a:tcPr>
                    <a:solidFill>
                      <a:srgbClr val="2424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Financial Transparency: Total Operating Budget Allocation (1.3B LAK)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0914"/>
                </a:solidFill>
              </a:defRPr>
            </a:pPr>
            <a:r>
              <a:t>1,300,000,000 LAK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Total Investment in World-Class Production</a:t>
            </a:r>
          </a:p>
          <a:p>
            <a:pPr>
              <a:spcBef>
                <a:spcPts val="1400"/>
              </a:spcBef>
              <a:defRPr sz="1100">
                <a:solidFill>
                  <a:srgbClr val="AAAAB4"/>
                </a:solidFill>
              </a:defRPr>
            </a:pPr>
            <a:r>
              <a:t>Every Kip is strategically invested into world-class sound, lighting, international artist logistics, high-stakes athlete prize money, and multi-channel marketing to maximize attendance and sponsor ROI.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6705295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9164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BUDGET LINE ITEM BREAKDOWN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Venue Rental &amp; Hall Production:  350M LAK (27%)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Stage, Sound, Lighting &amp; LED Technical:  250M LAK (19%)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International Guests, Judges &amp; Headliners:  250M LAK (19%)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Athlete &amp; Competitor Prize Pool:  159M LAK (12%)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Omnichannel Marketing, PR &amp; Media:  100M LAK (8%)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Event Staffing, Security &amp; Stage Crew:  80M LAK (6%)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Logistics, Hospitality &amp; Local Transport:  70M LAK (5%)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Licensing, Insurance &amp; Administration:  41M LAK (4%)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Organizer Profile: Fanglao Studio — 9 Years of Creative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🏆 Pioneers in Urban Arts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Founded in 2017, Fanglao Studio is Laos' premier contemporary and street dance institution, empowering over 10,000 youth through dance classes, workshops, and artistic productions.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🌟 Proven Event Execution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Proven track record successfully producing large-scale cultural events including Lao HipHop Festival, UYD Lao Youth Festival, Fanglao Jam, and international exchange tours across ASEAN &amp; Europe.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🤝 Strong Community Network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Deep organic relationships with schools, universities, dance crews, graffiti artists, DJs, and music producers across Laos and Southeast Asia.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💼 Complete Production Team</a:t>
            </a:r>
          </a:p>
          <a:p>
            <a:pPr>
              <a:spcBef>
                <a:spcPts val="600"/>
              </a:spcBef>
              <a:defRPr sz="1200">
                <a:solidFill>
                  <a:srgbClr val="AAAAB4"/>
                </a:solidFill>
              </a:defRPr>
            </a:pPr>
            <a:r>
              <a:t>End-to-end in-house capabilities covering stage design, live audio/visual engineering, artist hospitality, security protocol, and digital marketing.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LAO INTERNATIONAL HIPHOP FESTIVAL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Let's Build the Next Regional HipHop Landmark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32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PARTNERSHIP ROADMAP</a:t>
            </a:r>
          </a:p>
          <a:p>
            <a:pPr>
              <a:spcBef>
                <a:spcPts val="1000"/>
              </a:spcBef>
              <a:defRPr sz="1200">
                <a:solidFill>
                  <a:srgbClr val="AAAAB4"/>
                </a:solidFill>
              </a:defRPr>
            </a:pPr>
            <a:r>
              <a:t>Step 1: Tier Selection: Select your preferred Sponsorship Package or request a custom activation plan.</a:t>
            </a:r>
          </a:p>
          <a:p>
            <a:pPr>
              <a:spcBef>
                <a:spcPts val="1000"/>
              </a:spcBef>
              <a:defRPr sz="1200">
                <a:solidFill>
                  <a:srgbClr val="AAAAB4"/>
                </a:solidFill>
              </a:defRPr>
            </a:pPr>
            <a:r>
              <a:t>Step 2: Agreement &amp; Alignment: Confirm partnership terms and sign official sponsorship agreement (June 2026).</a:t>
            </a:r>
          </a:p>
          <a:p>
            <a:pPr>
              <a:spcBef>
                <a:spcPts val="1000"/>
              </a:spcBef>
              <a:defRPr sz="1200">
                <a:solidFill>
                  <a:srgbClr val="AAAAB4"/>
                </a:solidFill>
              </a:defRPr>
            </a:pPr>
            <a:r>
              <a:t>Step 3: Campaign Rollout: Launch pre-event co-branded digital campaign and booth planning (August 2026).</a:t>
            </a:r>
          </a:p>
          <a:p>
            <a:pPr>
              <a:spcBef>
                <a:spcPts val="1000"/>
              </a:spcBef>
              <a:defRPr sz="1200">
                <a:solidFill>
                  <a:srgbClr val="AAAAB4"/>
                </a:solidFill>
              </a:defRPr>
            </a:pPr>
            <a:r>
              <a:t>Step 4: Festival Execution: Deliver high-impact on-ground experience at Lao-ITECC (November 13–15, 2026).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C1C23"/>
          </a:solidFill>
          <a:ln w="1524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OFFICIAL CONTACT DETAILS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🏢 Organization:</a:t>
            </a:r>
            <a:br/>
            <a:r>
              <a:t>Fanglao Dance Studio / LIHF Committee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📧 Email:</a:t>
            </a:r>
            <a:br/>
            <a:r>
              <a:t>contact@fanglaostudio.com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🌐 Website:</a:t>
            </a:r>
            <a:br/>
            <a:r>
              <a:t>www.fanglaostudio.com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📱 Social Channels:</a:t>
            </a:r>
            <a:br/>
            <a:r>
              <a:t>@fanglaostudio (Facebook / Instagram / TikTok)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📍 Office Location:</a:t>
            </a:r>
            <a:br/>
            <a:r>
              <a:t>Vientiane Capital, Lao PDR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